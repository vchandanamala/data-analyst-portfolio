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CCB8-6006-98EF-A4CA-C52D724A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79E37-09C8-28CA-E230-FC0DDBE1B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4B79D-EC3B-B04D-7FBF-1BF8A99D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5A7E-7BE2-4340-F828-1B3C5A2C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C4EF2-5957-65EA-0BDF-7D536453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36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F4BE-E6B0-EFA0-5297-F823B654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A7A7-0036-2906-DD26-8E22927ED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924B-EB0A-B2CB-67E8-FAA17048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FBE33-65FF-CD2A-85EC-3E3219CD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F1FC-32F8-B19A-0518-AA658785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75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09C9-B337-1CCC-8E95-0C1BDFB2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743A-D9B3-A4BD-F0AF-943589191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39FAB-75F3-11BF-00CF-B8CC595B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C3A4B-BB6E-2DBE-1D5A-AF74B72A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29B0-3B00-A0EA-FC5B-23FFFB31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2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A1CE-F0AC-C6D7-D0D8-DCB2A7C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9CD2-88D5-1040-D6B2-775C0F1C8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CCBA9-4C04-42D9-E216-8B8876F3A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585AD-D058-3A0E-3BBF-BBE9BC66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78149-1457-E7FB-7CDA-17611C47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5762F-8052-C244-9371-9F16B46D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5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F082-F05B-5790-7C92-56297915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75DCE-F209-D7A7-2056-B89BE7D45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460C7-5992-3218-C5DB-2A55482D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B1474-BB6E-84F9-EDD7-A4C2DBE19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279-1FFA-55B4-FDA0-39CD834FC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96BAE-278B-1622-253D-47E470E2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5CB0B-6A00-0CE6-1DDB-17BF87E8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7F5C4-4E9E-CBFC-7FAF-E5744C56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7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FD2C-3405-9DA1-635B-20BB8788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7176F-2A06-E033-9514-3F0C368D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5F00B-0197-4B93-832B-86BC43D9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E375A-8E3D-77C2-E834-4FF78F6E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9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16122-FEEA-69D7-EB3C-5586919A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2E378-8A3A-B9E0-AEF1-48F8EDD9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AD75F-8955-3D8D-FC6C-2870425F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1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75DC-D8C8-E65F-8028-1926E213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C86A-5F9A-DE6F-93AA-6827E248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47001-3780-4682-6EEB-4DED17E9C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13DD5-35F9-27F4-FA77-139B130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FAB33-1583-3B72-AADE-6BE2DAA1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E7910-B0EE-08C6-2847-8A7A8AFC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8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4F41-1A95-7306-ED1F-CD6FDB47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9527D-5C68-3E8C-D4C4-47B3B85EF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6EE97-140C-1598-F981-E2DE66A48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420AC-E892-9DD6-1E6B-EC6AA65C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0EA0E-FAB8-CFE2-8816-90A3DA8F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63AE9-2EDE-5BE6-C21D-4233B7E5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8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4CFC-F3FA-65B2-B4EE-21AD38B5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65093-F069-B6EE-E8A0-9A64FF71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9CA4A-7E49-70A6-D912-EC002E78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486F-FA33-6213-6C9E-F12DC50E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E6026-D13E-56BE-936B-7792CEEF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98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F13C0-1D86-78BE-CAB8-1946AFF82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E7391-F20E-C1EF-8410-D183A9EA0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827A-9A81-D11A-CC16-8C3AF22E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6A65F-53F7-E283-2E66-61D4591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C20FB-AE49-081E-F082-A974887B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C6F69-560B-1059-079D-3D87D46C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F2B9E-998C-74E7-95DA-767E497AE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495F0-AF34-ECF8-FE73-18F9C0BCD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68E3F-E245-4CE7-ADEE-BD311D3A7F6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ACB83-B8A7-F59B-0455-B838440B7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9653E-41D2-3B5A-E86A-4620C9C22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1DF25-22B7-44D7-9933-51E542BE4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46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ED92-6FBB-730E-2B7D-D2EE29ED1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1472"/>
          </a:xfrm>
        </p:spPr>
        <p:txBody>
          <a:bodyPr/>
          <a:lstStyle/>
          <a:p>
            <a:r>
              <a:rPr lang="en-IN" dirty="0"/>
              <a:t>Super Mart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30402-6661-3F6A-B9C5-D78AC5968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Autofit/>
          </a:bodyPr>
          <a:lstStyle/>
          <a:p>
            <a:r>
              <a:rPr lang="en-IN" sz="2800" dirty="0"/>
              <a:t>Data Analytics Internship Project</a:t>
            </a:r>
          </a:p>
          <a:p>
            <a:r>
              <a:rPr lang="en-IN" sz="2800" dirty="0"/>
              <a:t>Unified Mentor Internship Program</a:t>
            </a:r>
          </a:p>
          <a:p>
            <a:endParaRPr lang="en-IN" sz="2800" dirty="0"/>
          </a:p>
          <a:p>
            <a:r>
              <a:rPr lang="en-IN" sz="2800" dirty="0"/>
              <a:t>Chandana Mala Veeranki</a:t>
            </a:r>
          </a:p>
        </p:txBody>
      </p:sp>
    </p:spTree>
    <p:extLst>
      <p:ext uri="{BB962C8B-B14F-4D97-AF65-F5344CB8AC3E}">
        <p14:creationId xmlns:p14="http://schemas.microsoft.com/office/powerpoint/2010/main" val="290212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6FE3-C1DB-EB82-1A66-2DB429AB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E4D1-ACCB-E733-DB8C-A46C090D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0194"/>
          </a:xfrm>
        </p:spPr>
        <p:txBody>
          <a:bodyPr/>
          <a:lstStyle/>
          <a:p>
            <a:r>
              <a:rPr lang="en-US" dirty="0"/>
              <a:t> To analyze sales performance of Super Mart across different categories and regions.</a:t>
            </a:r>
          </a:p>
          <a:p>
            <a:r>
              <a:rPr lang="en-US" dirty="0"/>
              <a:t> To identify key trends in revenue, profit, and product sales.</a:t>
            </a:r>
          </a:p>
          <a:p>
            <a:r>
              <a:rPr lang="en-US" dirty="0"/>
              <a:t> To visualize sales insights using an interactive Power BI dashboard.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63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81F6-6EDF-EE94-EE4A-11A33C1F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DE118-3072-D01E-B4AD-F8EE02A5A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10705"/>
          </a:xfrm>
        </p:spPr>
        <p:txBody>
          <a:bodyPr/>
          <a:lstStyle/>
          <a:p>
            <a:r>
              <a:rPr lang="en-US" dirty="0"/>
              <a:t>The dataset contains Super Mart sales transaction data.</a:t>
            </a:r>
          </a:p>
          <a:p>
            <a:r>
              <a:rPr lang="en-US" dirty="0"/>
              <a:t> It includes information such as Order Date, Product Category, Sales, Profit, Quantity, and Region.</a:t>
            </a:r>
          </a:p>
          <a:p>
            <a:r>
              <a:rPr lang="en-US" dirty="0"/>
              <a:t> The dataset is used to analyze sales performance and identify business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05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C3D9-FB74-ABE0-AA98-371622D2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A779-8E0E-728B-8B49-4F84D98A4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5546"/>
          </a:xfrm>
        </p:spPr>
        <p:txBody>
          <a:bodyPr/>
          <a:lstStyle/>
          <a:p>
            <a:r>
              <a:rPr lang="en-US" dirty="0"/>
              <a:t> Microsoft Excel for data preparation and exploration</a:t>
            </a:r>
          </a:p>
          <a:p>
            <a:r>
              <a:rPr lang="en-US" dirty="0"/>
              <a:t> Power BI for data modeling, measures, and dashboard creation</a:t>
            </a:r>
          </a:p>
          <a:p>
            <a:r>
              <a:rPr lang="en-US" dirty="0"/>
              <a:t> Data visualization using charts and KPIs</a:t>
            </a:r>
          </a:p>
          <a:p>
            <a:r>
              <a:rPr lang="en-US" dirty="0"/>
              <a:t> Business insight generation from sales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0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A26F-2112-300B-055B-E816E12A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IN" dirty="0"/>
              <a:t>Sales Performance Dashboard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11FDC75-758E-56A8-1C9B-94E7B9834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328" y="1159497"/>
            <a:ext cx="11142482" cy="52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2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7430-1D8D-B9DD-6CC4-DE9AD488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9370-4404-B839-2CE7-B641D1B20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5361"/>
          </a:xfrm>
        </p:spPr>
        <p:txBody>
          <a:bodyPr>
            <a:normAutofit/>
          </a:bodyPr>
          <a:lstStyle/>
          <a:p>
            <a:r>
              <a:rPr lang="en-US" dirty="0"/>
              <a:t> The West region recorded the highest sales among all regions.</a:t>
            </a:r>
          </a:p>
          <a:p>
            <a:r>
              <a:rPr lang="en-US" dirty="0"/>
              <a:t> Categories such as Eggs, Meat &amp; Fish and Snacks generated the highest sales.</a:t>
            </a:r>
          </a:p>
          <a:p>
            <a:r>
              <a:rPr lang="en-US" dirty="0"/>
              <a:t> Snacks and Eggs, Meat &amp; Fish contributed the most to overall profit.</a:t>
            </a:r>
          </a:p>
          <a:p>
            <a:r>
              <a:rPr lang="en-US" dirty="0"/>
              <a:t> Sales have shown steady growth from 2015 to 2018.</a:t>
            </a:r>
          </a:p>
          <a:p>
            <a:r>
              <a:rPr lang="en-US" dirty="0"/>
              <a:t> Discounts and pricing strategies significantly influence profit margins.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87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Super Mart Sales Analysis</vt:lpstr>
      <vt:lpstr>Project Objective</vt:lpstr>
      <vt:lpstr>Dataset Information</vt:lpstr>
      <vt:lpstr>Tools Used</vt:lpstr>
      <vt:lpstr>Sales Performance Dashboard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mala</dc:creator>
  <cp:lastModifiedBy>chandana mala</cp:lastModifiedBy>
  <cp:revision>2</cp:revision>
  <dcterms:created xsi:type="dcterms:W3CDTF">2026-03-04T10:25:46Z</dcterms:created>
  <dcterms:modified xsi:type="dcterms:W3CDTF">2026-03-04T10:48:02Z</dcterms:modified>
</cp:coreProperties>
</file>