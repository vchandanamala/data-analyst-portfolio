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96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E15C-9C1B-1C36-3E65-458F97DE5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45990-BC9E-D5A9-03A5-01BC43C22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92056-C917-19ED-9110-156F99CE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7829E-9535-3509-3E8D-8BCC579DE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A9920-9050-0453-FD10-2F5F4B4A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8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13F4-7DDE-4034-4DEF-E8985163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DB1D5-1B4F-CB73-7276-7030D480E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78A06-36BD-917F-7C43-0070486D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FC703-3B4B-38E5-9A08-B19B6E64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12693-0F5C-5EDF-C9FA-A20F166A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49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1443-982B-5BC2-60DD-60E80B3C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CB6FA-AD0B-28E4-CA70-0BA0649B9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87C02-726A-9238-ACCD-488BEBF3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A639F-CDE4-20D9-E7DF-BDA2AEE3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79632-D1C6-7321-9561-C0A73B66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78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853D-F4AE-596F-42A9-33A1EE8D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D02D6-8D1F-7599-35B6-646C5B8E5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7B61A-E21B-3CA2-E76A-BB7D273FD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ADD95-287C-6E4C-56F9-1142822A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B75CC-7F2A-3E61-2AAB-4C0BE2BF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BD456-FBF8-8A44-5A11-AC2B6770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81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301F-42E7-BFFB-2D36-69520DD1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975DF-4147-C2D7-316F-5852FA997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BAF0B-7ACB-EB95-62A0-8A1BF4425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AD214-0D6D-4206-CBAA-B8753D4C9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FC187-F921-2027-5C25-F8AFE4467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C1D04-0B72-1DFB-53E6-1B6A2019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168468-0FB9-9189-3794-3B0C5B24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EC00F5-5CE4-3F79-F91C-1B8BCAD77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10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21AB-9438-1A21-0D51-A352D48E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40FEE-796C-E925-5D18-01094BBE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F3302-C558-D154-4227-D4F1D228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55146-527C-FF04-8BCF-C89FD096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9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B3925-8A83-4A78-7DAB-476991FA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5FF8D-5E9B-ECDC-696A-9357E194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44215-1A7A-F3FE-69CE-62FE1B3E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437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3750-2049-B671-AE0F-0D2FA4522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5698-A28D-4372-D26C-659CED268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C6ED0-6DE7-290C-1F3B-62CD52F0F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50A2E-C3B4-116A-5329-84EEBD1A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07D47-9810-3843-8358-D400AD71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916B8-67C0-9D8F-261A-E22B905F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90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2CB9-1CE3-A242-5C4C-C27E713F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F1692-2857-60AB-ADF9-45F105EAB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48DCE-73AD-915F-A43F-AB42F9F3C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7A54B-F5E4-FDCA-C938-48491EEB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0EC50-7D41-EE26-1A95-0AAFF4B1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2B790-8B30-6C6C-C027-09CC23EC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11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0451-3D5E-D8D0-4CD9-78041BF2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4EB346-02FC-36A8-122A-D216DA83F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E4555-CA70-6686-779E-EC827D545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26E55-FC78-95CA-FAFB-3B502BA6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EAB65-55D6-C33E-E96C-40761B8A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05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9E843-E2BB-010F-B150-95D3376F2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786B2-4467-E273-1D6C-D839F098E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74153-021F-6CB6-6A8A-7232CE81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F551E-0ED0-9C97-EDFA-95A1D0C6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7E2A5-0E8F-A100-029C-20CFBA6D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2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99774-6ABD-85FD-97B8-A09A08F56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047C1-E20A-0B6F-39E0-63AC4582F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BF41F-64DD-65BA-AA45-3960CE10D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E5377-0A89-4BD2-A93D-9ADE9FF954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2C275-D394-7DEB-30F4-56D55667F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CF214-D0E8-0445-878C-0F5AB0973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E1415-3369-429A-B621-60F8EE4E8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19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03C4-1B26-0624-B7E2-1127A5772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11790"/>
          </a:xfrm>
        </p:spPr>
        <p:txBody>
          <a:bodyPr>
            <a:normAutofit/>
          </a:bodyPr>
          <a:lstStyle/>
          <a:p>
            <a:r>
              <a:rPr lang="en-IN" dirty="0"/>
              <a:t>Netflix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63D27-BAB7-01AD-AE0A-CE6850291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335678" cy="2133599"/>
          </a:xfrm>
        </p:spPr>
        <p:txBody>
          <a:bodyPr>
            <a:noAutofit/>
          </a:bodyPr>
          <a:lstStyle/>
          <a:p>
            <a:r>
              <a:rPr lang="en-IN" sz="2800" dirty="0"/>
              <a:t>Data Analytics Internship Project</a:t>
            </a:r>
          </a:p>
          <a:p>
            <a:r>
              <a:rPr lang="en-IN" sz="2800" dirty="0"/>
              <a:t>Unified Mentor Internship Program</a:t>
            </a:r>
          </a:p>
          <a:p>
            <a:endParaRPr lang="en-IN" sz="2800" dirty="0"/>
          </a:p>
          <a:p>
            <a:r>
              <a:rPr lang="en-IN" sz="2800" dirty="0"/>
              <a:t>Chandana Mala Veeranki</a:t>
            </a:r>
          </a:p>
        </p:txBody>
      </p:sp>
    </p:spTree>
    <p:extLst>
      <p:ext uri="{BB962C8B-B14F-4D97-AF65-F5344CB8AC3E}">
        <p14:creationId xmlns:p14="http://schemas.microsoft.com/office/powerpoint/2010/main" val="2368942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C64A-89E0-AEB9-63B1-0E127A4F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AD55F-5BF5-3E4D-3AC5-B69212C3E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25864"/>
          </a:xfrm>
        </p:spPr>
        <p:txBody>
          <a:bodyPr/>
          <a:lstStyle/>
          <a:p>
            <a:r>
              <a:rPr lang="en-US" dirty="0"/>
              <a:t> To explore and analyze Netflix movies and TV shows data.</a:t>
            </a:r>
          </a:p>
          <a:p>
            <a:r>
              <a:rPr lang="en-US" dirty="0"/>
              <a:t> To understand content distribution based on type, country, and release year.</a:t>
            </a:r>
          </a:p>
          <a:p>
            <a:r>
              <a:rPr lang="en-US" dirty="0"/>
              <a:t> To visualize trends in Netflix content using Python data analysis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63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E4568-6838-4DF4-89A4-DEB8759B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A11FF-1263-D982-FE79-618545FC6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38606"/>
          </a:xfrm>
        </p:spPr>
        <p:txBody>
          <a:bodyPr/>
          <a:lstStyle/>
          <a:p>
            <a:r>
              <a:rPr lang="en-US" dirty="0"/>
              <a:t> The dataset contains information about Netflix movies and TV shows available on the platform.</a:t>
            </a:r>
          </a:p>
          <a:p>
            <a:r>
              <a:rPr lang="en-US" dirty="0"/>
              <a:t> It includes details such as Title, Type (Movie or TV Show), Director, Country, Release Year, Rating, and Duration.</a:t>
            </a:r>
          </a:p>
          <a:p>
            <a:r>
              <a:rPr lang="en-US" dirty="0"/>
              <a:t> The dataset is used to analyze content distribution and trends across different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15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0978-47F8-C4CB-B150-40A09D17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3C534-C8D0-7ADD-FA16-A67673415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67266"/>
          </a:xfrm>
        </p:spPr>
        <p:txBody>
          <a:bodyPr/>
          <a:lstStyle/>
          <a:p>
            <a:r>
              <a:rPr lang="en-US" dirty="0"/>
              <a:t> Python</a:t>
            </a:r>
          </a:p>
          <a:p>
            <a:r>
              <a:rPr lang="en-US" dirty="0"/>
              <a:t>Pandas for data cleaning and analysis</a:t>
            </a:r>
          </a:p>
          <a:p>
            <a:r>
              <a:rPr lang="en-US" dirty="0"/>
              <a:t> Matplotlib and Seaborn for data visualization</a:t>
            </a:r>
          </a:p>
          <a:p>
            <a:r>
              <a:rPr lang="en-US" dirty="0"/>
              <a:t> Jupyter Notebook for exploratory data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60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978D-00D0-6248-91B8-1826B904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7363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Data Visualizations</a:t>
            </a: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0B650D6F-EF9B-0196-EF12-48FDE15A8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90" y="1069941"/>
            <a:ext cx="4432339" cy="2450967"/>
          </a:xfr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C04772A-EC6E-28D4-D8AF-403D0F427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335" y="1084318"/>
            <a:ext cx="3591137" cy="233030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3163E44-F76C-AA10-654F-AF04C66F5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90" y="3610464"/>
            <a:ext cx="4432339" cy="28824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F446A7-B5D4-1B63-C14F-6700159F5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030" y="3575196"/>
            <a:ext cx="3902578" cy="29529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2CF9765-801D-78C2-251B-FD28749DE8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607" y="1069943"/>
            <a:ext cx="3505409" cy="235905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514A3F8-37C3-BB34-D2F9-AED66EAD9A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608" y="3676454"/>
            <a:ext cx="3505408" cy="281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6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B6765-76DE-E68D-8CC2-0976833A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2B381-CBC4-6F99-0A2C-DF9535A7B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68544"/>
          </a:xfrm>
        </p:spPr>
        <p:txBody>
          <a:bodyPr>
            <a:normAutofit/>
          </a:bodyPr>
          <a:lstStyle/>
          <a:p>
            <a:r>
              <a:rPr lang="en-US" dirty="0"/>
              <a:t> International Movies and Dramas are the most common genres on Netflix.</a:t>
            </a:r>
          </a:p>
          <a:p>
            <a:r>
              <a:rPr lang="en-US" dirty="0"/>
              <a:t> The United States produces the highest amount of Netflix content.</a:t>
            </a:r>
          </a:p>
          <a:p>
            <a:r>
              <a:rPr lang="en-US" dirty="0"/>
              <a:t> Movies significantly outnumber TV shows on the platform.</a:t>
            </a:r>
          </a:p>
          <a:p>
            <a:r>
              <a:rPr lang="en-US" dirty="0"/>
              <a:t> Netflix content increased rapidly after 2015.</a:t>
            </a:r>
          </a:p>
          <a:p>
            <a:r>
              <a:rPr lang="en-US" dirty="0"/>
              <a:t> TV shows have also grown steadily over recent years.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195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198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Netflix Data Analysis</vt:lpstr>
      <vt:lpstr>Project Objective</vt:lpstr>
      <vt:lpstr>Dataset Information</vt:lpstr>
      <vt:lpstr>Tools Used</vt:lpstr>
      <vt:lpstr>Data Visualizations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mala</dc:creator>
  <cp:lastModifiedBy>chandana mala</cp:lastModifiedBy>
  <cp:revision>4</cp:revision>
  <dcterms:created xsi:type="dcterms:W3CDTF">2026-03-04T09:44:58Z</dcterms:created>
  <dcterms:modified xsi:type="dcterms:W3CDTF">2026-03-04T10:08:09Z</dcterms:modified>
</cp:coreProperties>
</file>