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48601-3DBB-53DA-7E97-B7C0068F6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D2707-C4CE-5F77-A1D6-8237EA3EB1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BB4B0-A1AB-05C3-9058-33B0BC1B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F7C6C-8582-99F4-2A5D-A3233571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4710F-7ECA-15DB-A60D-612F8186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960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B4A67-67EF-1B3C-454B-5492A922E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72478-6104-F957-D664-65A67456F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9C0B6-A94B-4FFD-4AAF-C62137A15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6617B-D4DF-3C3E-A1A9-CCCB413C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78B0E-D4BB-8979-F92A-171EC9258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737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463DA-1C57-67C5-7AE3-7E27ABBBC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43A8BE-2082-65B7-05D6-9090B682F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C8D71-EE55-5598-6843-9A20CBC2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90F7F-A38C-DA1B-B811-B8A1D35F3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46405-8E5E-C553-292D-8CA57E7B5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78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0EB19-1F00-903E-A1C8-77FE94E9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EB1B2-A7E1-A72C-09BA-F9C512A8B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05850-A39C-B05C-ACF0-7B20464C2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BFE95-8FB7-6721-1D37-19BDDFC4F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2B796-B701-7ECB-E6BD-7EC8974C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26D45-9E2E-AC42-730D-AE6C9BCDE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457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0F9E-F5F3-DA92-A057-F0B3FAD4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596-85B4-8EF6-42F3-AEB5F82B6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09713-BB22-A50F-266E-EF11B4F28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BEC017-AF43-53E9-4DAE-C32D94294D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54D52-0D98-02D4-596B-F86D5985FC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323C6A-EE89-EDF4-1C50-371513705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E75C08-8B2B-767D-7528-453C12974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2CB75-61DF-DC31-F3E0-C72CE0FA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5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21B4F-37F5-CC93-A947-0AA66E9A8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533D6B-B381-778E-98DF-1D6AF8E27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09015-9416-3C2A-9E1C-097035A6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6B6D4-1B02-C0BA-B2C5-8B18C869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083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383E1B-9E5D-8652-F69B-CFF642D01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FB0E53-0C79-C340-6A39-73D22CB8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DD630-E0AD-978B-121B-BEE89BA83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874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5821-196E-2ACC-E746-B0DEF4DD8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EC1AD-3322-F58D-DC2D-13DD57FC9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78561-FFB3-CA2A-06D5-A8A8FA175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F31C2-65D7-1BDD-4D77-F2A48A5AE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17FAB-0808-0E90-65A5-C3375019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9592C-5C41-195F-24F1-B2B0F175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4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36FE-4933-103F-E2EF-57F13FCB6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DA253F-3216-F4E7-F9E3-11DF8FF4CF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D2B5F-EBFA-7D31-6D1E-EFA32C7E0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CF724-A88E-7996-3280-692E1730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80CA9-60E8-2B0A-8200-51C2EBD2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B6C1E-8414-D8B7-D6AD-9F0EE0DFE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39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4323-7014-1A05-079C-6B5228159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61250-C442-1351-62ED-A0104057B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EB8BA-B68A-8AD2-8BCA-860FF7850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FFAE1-5960-A1DA-F5AA-AB4D370BD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562AC-83DA-BBB3-E4C4-3CEAE6F60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82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915D99-D67A-BA8D-3F0D-A303F373A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E4139-635E-84CE-AF06-45CCE5FB8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1E94F-1962-644F-9926-98EF5752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01F30-DC06-B87D-2353-12CCA7178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2774-0920-8840-B8A7-61CC4951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400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1E0183-5398-E0D6-F6A7-1BC4171F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6F4E-1BBA-8919-3DB9-8A6E27DE1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CC1F6-1E28-7291-AFE0-F86276E4C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BEFFB-74A8-454B-A675-CB0B431B38A0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DE14F-86A4-21F8-E088-F64FAB2A3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85F8D-7DF8-F36B-02F3-E48E8E796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10941-5BCF-4E97-A1A1-B2D39EB0A6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64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ED0B-35A6-6262-7EF8-00912DBFF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437" y="716438"/>
            <a:ext cx="10633435" cy="1970202"/>
          </a:xfrm>
        </p:spPr>
        <p:txBody>
          <a:bodyPr/>
          <a:lstStyle/>
          <a:p>
            <a:r>
              <a:rPr lang="en-US" dirty="0"/>
              <a:t>IBM HR Employee Attrition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25F22-2B14-F0EE-82C6-926077652E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70202"/>
          </a:xfrm>
        </p:spPr>
        <p:txBody>
          <a:bodyPr>
            <a:noAutofit/>
          </a:bodyPr>
          <a:lstStyle/>
          <a:p>
            <a:r>
              <a:rPr lang="en-IN" sz="2800" dirty="0"/>
              <a:t>Data Analytics Internship Project</a:t>
            </a:r>
          </a:p>
          <a:p>
            <a:r>
              <a:rPr lang="en-IN" sz="2800" dirty="0"/>
              <a:t>Unified Mentor Internship Program</a:t>
            </a:r>
          </a:p>
          <a:p>
            <a:endParaRPr lang="en-IN" sz="2800" dirty="0"/>
          </a:p>
          <a:p>
            <a:r>
              <a:rPr lang="en-IN" sz="2800" dirty="0"/>
              <a:t>Chandana Mala Veeranki</a:t>
            </a:r>
          </a:p>
        </p:txBody>
      </p:sp>
    </p:spTree>
    <p:extLst>
      <p:ext uri="{BB962C8B-B14F-4D97-AF65-F5344CB8AC3E}">
        <p14:creationId xmlns:p14="http://schemas.microsoft.com/office/powerpoint/2010/main" val="252963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F122-52DC-A87D-9961-BA2EA0F4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13357-E60D-7103-8E43-042193F52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9559"/>
          </a:xfrm>
        </p:spPr>
        <p:txBody>
          <a:bodyPr/>
          <a:lstStyle/>
          <a:p>
            <a:r>
              <a:rPr lang="en-US" dirty="0"/>
              <a:t>To analyze employee attrition patterns within the organization.</a:t>
            </a:r>
          </a:p>
          <a:p>
            <a:r>
              <a:rPr lang="en-US" dirty="0"/>
              <a:t> To understand factors influencing employee turnover such as job role, department, salary, and job satisfaction.</a:t>
            </a:r>
          </a:p>
          <a:p>
            <a:r>
              <a:rPr lang="en-US" dirty="0"/>
              <a:t> To visualize workforce trends and attrition insights using interactive dashboards.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9889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9C36-056B-D9CD-58E3-8F37644E8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Dataset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D882E-E9A0-AE14-5288-AAA182847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06631"/>
          </a:xfrm>
        </p:spPr>
        <p:txBody>
          <a:bodyPr/>
          <a:lstStyle/>
          <a:p>
            <a:r>
              <a:rPr lang="en-US" dirty="0"/>
              <a:t> The dataset contains employee information related to workforce demographics and job roles.</a:t>
            </a:r>
          </a:p>
          <a:p>
            <a:r>
              <a:rPr lang="en-US" dirty="0"/>
              <a:t> It includes details such as Age, Department, Job Role, Monthly Income, Job Satisfaction, and Attrition status.</a:t>
            </a:r>
          </a:p>
          <a:p>
            <a:r>
              <a:rPr lang="en-US" dirty="0"/>
              <a:t> The dataset is used to analyze employee turnover and identify patterns affecting workforce retention.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6315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88BC-252E-4E9E-D19B-A3578AC35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A1BF5-0905-66E2-D79A-02CE1F114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31596"/>
          </a:xfrm>
        </p:spPr>
        <p:txBody>
          <a:bodyPr/>
          <a:lstStyle/>
          <a:p>
            <a:r>
              <a:rPr lang="en-US" dirty="0"/>
              <a:t> Microsoft Excel for initial data exploration and cleaning</a:t>
            </a:r>
          </a:p>
          <a:p>
            <a:r>
              <a:rPr lang="en-US" dirty="0"/>
              <a:t> SQL for querying and analyzing employee data</a:t>
            </a:r>
          </a:p>
          <a:p>
            <a:r>
              <a:rPr lang="en-US" dirty="0"/>
              <a:t> Power BI for data visualization and dashboard creation</a:t>
            </a:r>
          </a:p>
          <a:p>
            <a:r>
              <a:rPr lang="en-US" dirty="0"/>
              <a:t> Data analysis to identify employee attrition patterns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923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6ABCE-599C-8227-9D63-30081494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676"/>
            <a:ext cx="10515600" cy="485481"/>
          </a:xfrm>
        </p:spPr>
        <p:txBody>
          <a:bodyPr>
            <a:normAutofit fontScale="90000"/>
          </a:bodyPr>
          <a:lstStyle/>
          <a:p>
            <a:r>
              <a:rPr lang="en-IN" sz="4000" dirty="0"/>
              <a:t>Employee Attrition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954463-4371-6F56-4061-09EC0C5F0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216" y="952107"/>
            <a:ext cx="11453567" cy="562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78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0C50-910A-D7A5-6AE7-0FD2F5B99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33340-3B39-0946-A449-6DE9F8B2C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76313"/>
          </a:xfrm>
        </p:spPr>
        <p:txBody>
          <a:bodyPr>
            <a:normAutofit/>
          </a:bodyPr>
          <a:lstStyle/>
          <a:p>
            <a:r>
              <a:rPr lang="en-US" dirty="0"/>
              <a:t> The overall employee attrition rate is approximately 16%.</a:t>
            </a:r>
          </a:p>
          <a:p>
            <a:r>
              <a:rPr lang="en-US" dirty="0"/>
              <a:t> Employees with lower income levels show higher attrition rates.</a:t>
            </a:r>
          </a:p>
          <a:p>
            <a:r>
              <a:rPr lang="en-US" dirty="0"/>
              <a:t> Attrition is highest among employees with 0–5 years of experience.</a:t>
            </a:r>
          </a:p>
          <a:p>
            <a:r>
              <a:rPr lang="en-US" dirty="0"/>
              <a:t> The Sales department records the highest employee attrition.</a:t>
            </a:r>
          </a:p>
          <a:p>
            <a:r>
              <a:rPr lang="en-US" dirty="0"/>
              <a:t> Overtime appears to be a significant factor contributing to employee turnover.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278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211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IBM HR Employee Attrition Analysis</vt:lpstr>
      <vt:lpstr>Project Objective</vt:lpstr>
      <vt:lpstr>Dataset Information</vt:lpstr>
      <vt:lpstr>Tools Used</vt:lpstr>
      <vt:lpstr>Employee Attrition Dashboard</vt:lpstr>
      <vt:lpstr>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chandana mala</dc:creator>
  <cp:lastModifiedBy>chandana mala</cp:lastModifiedBy>
  <cp:revision>2</cp:revision>
  <dcterms:created xsi:type="dcterms:W3CDTF">2026-03-04T10:12:01Z</dcterms:created>
  <dcterms:modified xsi:type="dcterms:W3CDTF">2026-03-04T10:24:30Z</dcterms:modified>
</cp:coreProperties>
</file>