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41FD5-EB52-5DCB-D126-1F4EA1CD08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0ED111-A208-BE64-3FEC-58387B4E42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A454E-0E8D-BB37-D4A5-E1C74EB78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95F7C-39E8-458C-B9A0-84B9C2BF3424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ED496-69B1-35CD-4A13-4C2E4838C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B910D-19D3-28C5-DCAD-D8B53ACEE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C40F5-3114-43D7-9F74-6194E74E2D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78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5444F-546E-4321-0C4D-FF1CE8034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EB5FF-1CC6-885D-3636-11BC261A2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BF0FE-4D30-927A-D2CE-801764AFA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95F7C-39E8-458C-B9A0-84B9C2BF3424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A2F72-3A36-099D-51D7-507E12118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82CD8-9273-B983-2B2D-EDBD11004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C40F5-3114-43D7-9F74-6194E74E2D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04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57279-D4C3-CE64-BF93-C38C8CFB3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5599D-F072-1E10-3723-BD75C587C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5B9CB-9D83-71C6-69DF-6C2A6C382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95F7C-39E8-458C-B9A0-84B9C2BF3424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279B3-29A7-8F72-1FD7-D35564C3F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B1D5E-6CE8-0D28-6E24-A067CF90C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C40F5-3114-43D7-9F74-6194E74E2D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301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B6572-B7E2-28A0-5108-48291FD10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3087E-7485-DBBF-CA47-3559746EAF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76CCE0-3C1E-B4EE-E36C-DAEFD263B0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F228C0-3EA2-8FD5-EC31-CBE2CB3DF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95F7C-39E8-458C-B9A0-84B9C2BF3424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EF4920-8212-C213-41EF-40E0E2246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F7DC9E-B017-DA5E-A3E6-4CFED6036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C40F5-3114-43D7-9F74-6194E74E2D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1542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1DB11-5BF2-61C5-6938-4BD3F66B0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BE43C0-EA1E-E0CC-06D9-390A55C2D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223845-81D5-6CA1-D574-244B6B5D56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60FD0D-235D-A424-DC14-3EFCE2B087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1CDE60-FD9A-716C-2275-5EA206813D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BC7F8B-46EB-C805-8CFE-89F83EA03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95F7C-39E8-458C-B9A0-84B9C2BF3424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F7EB6-EFEF-9058-3FCE-087F511F2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26DA18-E0C0-7438-D73E-F0E6BB2AE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C40F5-3114-43D7-9F74-6194E74E2D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6315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B420D-B7B5-F4F2-0F2B-E050B90CB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60204A-3A9B-CE70-5A5C-DAE7294B1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95F7C-39E8-458C-B9A0-84B9C2BF3424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C8986C-559B-BDD8-AD77-A2FCE44A5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6E41CE-CB19-0A90-BF54-E2673DB5E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C40F5-3114-43D7-9F74-6194E74E2D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7765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FE051E-C649-78B5-2343-231C77244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95F7C-39E8-458C-B9A0-84B9C2BF3424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596949-4C23-EC7D-2375-CD6E62369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2782F-1A2A-1076-F545-A50D93ED0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C40F5-3114-43D7-9F74-6194E74E2D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015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AB88F-EC64-BA51-237D-CCFE2E0D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5A3BD-5BBD-9AF6-CB92-98D281431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CC870A-44FC-DB90-0BFC-37F2329390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CEF18F-B91C-8CA5-F40B-079E79B40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95F7C-39E8-458C-B9A0-84B9C2BF3424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7871A1-FAA5-826D-9859-1E1B50EB1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DB137D-6B1E-8F7A-CD76-19574E743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C40F5-3114-43D7-9F74-6194E74E2D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7363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DDDAF-E02F-5D6A-F650-6A9197DE6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07A76C-DD4B-17A1-D483-E12B5CBD2E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4E334D-EC41-A6CE-3914-9CD857828A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36014-92CD-CDCD-BBAE-412571ADC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95F7C-39E8-458C-B9A0-84B9C2BF3424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131DFE-006B-6D48-64A8-EEC997FF6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1EB8BC-33D4-46E0-2B7C-2768255C5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C40F5-3114-43D7-9F74-6194E74E2D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9752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41029-9791-CB7B-4C58-883A2047B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C8A601-95A1-CE86-939B-BC4131124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B3DB5-29B3-7E52-AD82-F875C09EF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95F7C-39E8-458C-B9A0-84B9C2BF3424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1B689-DC52-3525-CD30-ED27C9798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DC794-6203-0033-5EED-A5826706E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C40F5-3114-43D7-9F74-6194E74E2D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277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89B0DF-6F05-36A5-1BAE-E7C3AD5DC5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742AEE-9165-E857-132E-4A79ACC407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4F0C3-68E8-DEB3-943B-EFB7DB438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95F7C-39E8-458C-B9A0-84B9C2BF3424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5BE17-2425-D367-508F-2E2604FF4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AB07E-B5D8-544A-631D-D0120B535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C40F5-3114-43D7-9F74-6194E74E2D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407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CBB728-FE38-46E4-3D64-7D0091B4A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F2A5E-70B9-9FD7-A9CB-BCDD8C9C9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BAE1C-1C74-AEE4-1CB3-6E409ED0C1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95F7C-39E8-458C-B9A0-84B9C2BF3424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611B4-8F24-BDDA-6406-71D99D249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F5FD3-22DD-9FAB-D2DF-3CFC38A308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C40F5-3114-43D7-9F74-6194E74E2D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73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0CCE0-BC42-D00F-E06E-D5C3E7D901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21216"/>
          </a:xfrm>
        </p:spPr>
        <p:txBody>
          <a:bodyPr>
            <a:normAutofit/>
          </a:bodyPr>
          <a:lstStyle/>
          <a:p>
            <a:r>
              <a:rPr lang="en-IN" dirty="0"/>
              <a:t>E-Commerce Sales Analysis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865376-B285-FC07-B3B9-54D4F1C900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828800"/>
          </a:xfrm>
        </p:spPr>
        <p:txBody>
          <a:bodyPr>
            <a:normAutofit/>
          </a:bodyPr>
          <a:lstStyle/>
          <a:p>
            <a:r>
              <a:rPr lang="en-US" sz="2800" dirty="0"/>
              <a:t>Data Analytics Internship Project</a:t>
            </a:r>
            <a:br>
              <a:rPr lang="en-US" sz="2800" dirty="0"/>
            </a:br>
            <a:r>
              <a:rPr lang="en-US" sz="2800" dirty="0"/>
              <a:t>Unified Mentor Internship Program</a:t>
            </a:r>
          </a:p>
          <a:p>
            <a:r>
              <a:rPr lang="en-IN" sz="2800" dirty="0"/>
              <a:t>Chandana Mala Veeranki</a:t>
            </a:r>
          </a:p>
        </p:txBody>
      </p:sp>
    </p:spTree>
    <p:extLst>
      <p:ext uri="{BB962C8B-B14F-4D97-AF65-F5344CB8AC3E}">
        <p14:creationId xmlns:p14="http://schemas.microsoft.com/office/powerpoint/2010/main" val="3207703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89B69-7E19-CAF2-6839-D214C6FB0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CB755-2DCC-D6B8-6A7F-95ACB15C0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To analyze E-Commerce sales data and identify business trends.</a:t>
            </a:r>
          </a:p>
          <a:p>
            <a:r>
              <a:rPr lang="en-US" dirty="0"/>
              <a:t> To understand sales performance across product categories, regions, and time.</a:t>
            </a:r>
          </a:p>
          <a:p>
            <a:r>
              <a:rPr lang="en-US" dirty="0"/>
              <a:t> To visualize key metrics using dashboards and charts for better decision making.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1550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6BB31-1D3C-EBB1-E1B5-564762423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Dataset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7DF5E-23F6-2696-9F8C-1B51E33DF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The dataset contains E-Commerce furniture sales data for different products.</a:t>
            </a:r>
          </a:p>
          <a:p>
            <a:r>
              <a:rPr lang="en-US" dirty="0"/>
              <a:t>It includes information such as Product Title, Category, Price, Units Sold, Revenue, and Discount.</a:t>
            </a:r>
          </a:p>
          <a:p>
            <a:r>
              <a:rPr lang="en-US" dirty="0"/>
              <a:t>Additional fields like Price Band and Discount Band help analyze pricing strategies and sales trends.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1164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16E92-8AC6-FC9F-F06C-683D2F70D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Tools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53D10-A935-2032-943B-8D816AA77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Microsoft Excel</a:t>
            </a:r>
          </a:p>
          <a:p>
            <a:r>
              <a:rPr lang="en-US" dirty="0"/>
              <a:t>Data Cleaning and Data Preparation</a:t>
            </a:r>
          </a:p>
          <a:p>
            <a:r>
              <a:rPr lang="en-US" dirty="0"/>
              <a:t>Pivot Tables and Pivot Charts</a:t>
            </a:r>
          </a:p>
          <a:p>
            <a:r>
              <a:rPr lang="en-US" dirty="0"/>
              <a:t>Data Visualization using Excel Dashboards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2777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A32A7-2476-C6FC-D8CB-D74632D15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0420"/>
          </a:xfrm>
        </p:spPr>
        <p:txBody>
          <a:bodyPr>
            <a:normAutofit fontScale="90000"/>
          </a:bodyPr>
          <a:lstStyle/>
          <a:p>
            <a:r>
              <a:rPr lang="en-IN" sz="4000" dirty="0"/>
              <a:t>Dashboard &amp; Visualizations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E97990-DE26-BC24-7036-40EE822EE3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041060"/>
            <a:ext cx="10719063" cy="5725316"/>
          </a:xfrm>
        </p:spPr>
      </p:pic>
    </p:spTree>
    <p:extLst>
      <p:ext uri="{BB962C8B-B14F-4D97-AF65-F5344CB8AC3E}">
        <p14:creationId xmlns:p14="http://schemas.microsoft.com/office/powerpoint/2010/main" val="809199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8F5DE-4FCA-7C30-6675-0BA249DAE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5A6DB-18A4-4556-55D9-FB1D7EB5A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The analysis helped identify top-performing product categories and sales trends.</a:t>
            </a:r>
          </a:p>
          <a:p>
            <a:r>
              <a:rPr lang="en-US" dirty="0"/>
              <a:t>Discount strategies significantly influenced the number of units sold.</a:t>
            </a:r>
          </a:p>
          <a:p>
            <a:r>
              <a:rPr lang="en-US" dirty="0"/>
              <a:t>Data visualization through dashboards made it easier to interpret sales performance.</a:t>
            </a:r>
          </a:p>
          <a:p>
            <a:r>
              <a:rPr lang="en-US" dirty="0"/>
              <a:t> This project demonstrates the use of Excel for data analysis and business insights.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8047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184</Words>
  <Application>Microsoft Office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E-Commerce Sales Analysis</vt:lpstr>
      <vt:lpstr>Project Objective</vt:lpstr>
      <vt:lpstr>Dataset Information</vt:lpstr>
      <vt:lpstr>Tools Used</vt:lpstr>
      <vt:lpstr>Dashboard &amp; Visualizations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chandana mala</dc:creator>
  <cp:lastModifiedBy>chandana mala</cp:lastModifiedBy>
  <cp:revision>2</cp:revision>
  <dcterms:created xsi:type="dcterms:W3CDTF">2026-03-04T08:17:18Z</dcterms:created>
  <dcterms:modified xsi:type="dcterms:W3CDTF">2026-03-04T08:36:10Z</dcterms:modified>
</cp:coreProperties>
</file>